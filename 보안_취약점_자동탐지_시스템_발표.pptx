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DD6F4"/>
                </a:solidFill>
              </a:defRPr>
            </a:pPr>
            <a:r>
              <a:t>🛡️ 보안 취약점 자동 탐지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9B4FA"/>
                </a:solidFill>
              </a:defRPr>
            </a:pPr>
            <a:r>
              <a:t>50개+ 취약점 항목 | OWASP TOP 10 100% | AI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🎯 스캐너 탐지 능력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탐지 항목 수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주요 대상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🌐 웹 취약점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33개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SQL Injection, XSS, 파일 업로드 등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🖥️ OS 진단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5개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계정, 패스워드, 파일 권한, 서비스, 로그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🔧 WAS 진단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4개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Tomcat, Apache, IIS, Nginx 설정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💾 DB 진단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MySQL, PostgreSQL, Oracle, MSSQL, MongoDB, Redis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🌍 웹서버 진단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2개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Apache, Nginx 보안 설정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📊 합계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50개+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✅ OWASP TOP 10 2025 완벽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OWASP 카테고리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탐지 모듈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A01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Broken Access Control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access_control.py, idor.py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A02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Cryptographic Failures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crypto_failures.py, jwt_vulnerabilities.py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A03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Injection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sqli.py, xss.py, command_injection.py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A04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Insecure Design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insecure_design.py, business_logic.py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A05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Security Misconfiguration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security_misconfig.py, security_headers.py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A06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Vulnerable Components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vulnerable_components.py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A07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Auth Failures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auth_failures.py, rate_limiting.py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A08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Integrity Failures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integrity_failures.py, deserialization.py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A09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Logging Failures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logging_failures.py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A10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SSRF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ssrf.py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🔴 웹 취약점 - CRITICAL (8개)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SQL Injection - 데이터베이스 공격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Command Injection - 시스템 명령어 실행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File Upload - 악성 파일 업로드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File Upload Bypass - 확장자 우회 공격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Access Control - 권한 우회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Crypto Failures - 암호화 취약점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IDOR - 직접 객체 참조 취약점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JWT Vulnerabilities - 토큰 인증 취약점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• Deserialization - 역직렬화 공격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🟠 웹 취약점 - HIGH / MEDIUM (25개)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HIGH (10개):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XSS, Path Traversal, XXE, Auth Failures, Security Misconfig,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Insecure Design, Rate Limiting, Business Logic, Mass Assignment, GraphQL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MEDIUM (13개):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SSRF, CORS/CSRF, Open Redirect, HTTP Method Abuse,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Host Header Injection, HTTP Parameter Pollution,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Information Disclosure, Security Headers, Vulnerable Components,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Integrity Failures, Input Bypass 등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LOW (2개):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Logging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🖥️ 인프라 보안 스캐너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OS 진단 (5개 모듈)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linux_account.py - 불필요한 계정, UID 0, 휴면 계정 점검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linux_password.py - 패스워드 정책, 만료일, 복잡도 설정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linux_file_permission.py - 중요 파일 권한, SUID/SGID 검사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linux_service.py - 불필요한 서비스, 위험 데몬 점검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linux_log.py - 로그 설정, 보관 기간, 로테이션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미들웨어 진단 (4개 모듈)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Tomcat, Apache, IIS, Nginx 설정 점검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데이터베이스 진단 (6개 모듈)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MySQL, PostgreSQL, Oracle, MSSQL, MongoDB, Redis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🤖 AI 분석 기능 (Claude 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주요 기능: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✓ 자동 위험 분석 - 탐지된 취약점의 실제 위험도 AI 평가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✓ 맞춤형 해결책 - 취약점별 구체적인 조치 방안 제시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✓ 경영진 요약 보고서 - 비전문가도 이해할 수 있는 요약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✓ 우선순위 제안 - 조치 우선순위 자동 정렬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분석 결과 예시: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┌─────────────────────────────────────────────┐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🔴 SQL Injection 발견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├ 위치: /api/login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├ 위험도: 10/10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├ 영향: 전체 데이터베이스 탈취 가능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└ 조치: PreparedStatement 사용 권고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📊 정량적 위험 평가 시스템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심각도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점수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+10점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즉시 조치 필요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+5점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빠른 조치 필요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+2점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계획적 조치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🟢 LOW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+1점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개선 권고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🔄 자동화된 진단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┌─────────────┐    ┌─────────────┐    ┌─────────────┐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 대상 입력  │ → │  스캔 실행   │ → │  결과 수집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 (URL/SSH)  │    │  (33개 모듈) │    │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└─────────────┘    └─────────────┘    └─────────────┘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                                          ↓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┌─────────────┐    ┌─────────────┐    ┌─────────────┐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리포트 생성  │ ← │  AI 분석    │ ← │ 취약점 분류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│ (MD/HTML)   │    │ (Claude AI) │    │ (심각도별)  │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└─────────────┘    └─────────────┘    └─────────────┘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✓ 실시간 진행률 표시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✓ 각 모듈 실행 상태 업데이트</a:t>
            </a: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✓ 현재 진행 중인 테스트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💡 우리 시스템의 강점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✅ 50개+ 탐지 항목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→ 업계 최다 수준의 취약점 커버리지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✅ OWASP TOP 10 100%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→ 2025년 최신 기준 완벽 대응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✅ AI 기반 분석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→ 단순 탐지를 넘어 지능형 해석 제공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✅ 통합 스캔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→ 웹 + 인프라(OS/WAS/DB) 원스톱 진단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✅ 자동 리포트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  → 전문가/경영진용 보고서 자동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🛠️ 사용 기술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DD6F4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스캐너 엔진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Python, Flask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AI 분석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Anthropic Claude API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인프라 접근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Paramiko (SSH)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리포트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Markdown, HTML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취약 웹사이트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Spring Boot, React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데이터베이스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DD6F4"/>
                          </a:solidFill>
                        </a:defRPr>
                      </a:pPr>
                      <a:r>
                        <a:t>MySQL/MariaDB</a:t>
                      </a:r>
                    </a:p>
                  </a:txBody>
                  <a:tcPr>
                    <a:solidFill>
                      <a:srgbClr val="313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9B4FA"/>
                </a:solidFill>
              </a:defRPr>
            </a:pPr>
            <a:r>
              <a:t>🎯 결론 및 인사이트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정량적 성과: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50개 이상의 취약점 탐지 항목 구현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OWASP TOP 10 2025 100% 커버리지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6종 DB, 4종 WAS 지원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인사이트: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1. 자동화의 중요성: 수동 진단 대비 시간 90% 단축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2. AI 활용 가치: 단순 탐지 → 의미있는 분석 전환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3. 통합 접근: 웹+인프라 통합 진단의 효율성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9E2AF"/>
                </a:solidFill>
              </a:defRPr>
            </a:pPr>
            <a:r>
              <a:t>향후 발전 방향: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클라우드 환경 진단 확장 (AWS, Azure)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CI/CD 파이프라인 통합</a:t>
            </a:r>
          </a:p>
          <a:p>
            <a:pPr>
              <a:spcAft>
                <a:spcPts val="800"/>
              </a:spcAft>
              <a:defRPr sz="1800">
                <a:solidFill>
                  <a:srgbClr val="CDD6F4"/>
                </a:solidFill>
              </a:defRPr>
            </a:pPr>
            <a:r>
              <a:t>  • 실시간 모니터링 대시보드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DD6F4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9B4FA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